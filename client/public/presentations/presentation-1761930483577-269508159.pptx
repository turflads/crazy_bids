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SonarQube Integration Pipeline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Automating Code Quality in CI/CD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Ensuring Code Quality at Every Commit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SonarQube?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Static Code Analysis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- Automatically scans code for bugs, vulnerabilities, and code smells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Gates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- Define pass/fail criteria for code quality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Multi-Language Support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- Java, JavaScript, Python, C#, and 25+ languages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Debt Tracking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- Visualize and manage code maintenance needs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Why Use SonarQube?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Catch bugs before production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Enforce coding standards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Improve maintainability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Enhance security posture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Reduce technical debt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SonarQube Pipeline Integration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46304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Commits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1371600"/>
            <a:ext cx="128016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 Repository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371600"/>
            <a:ext cx="128016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CI/CD Trigger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128016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&amp; 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1371600"/>
            <a:ext cx="146304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SonarQube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Scanner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560320" cy="914400"/>
          </a:xfrm>
          <a:prstGeom prst="rect">
            <a:avLst/>
          </a:prstGeom>
          <a:solidFill>
            <a:srgbClr val="1E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1-3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Code commit triggers automated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926080"/>
            <a:ext cx="2560320" cy="914400"/>
          </a:xfrm>
          <a:prstGeom prst="rect">
            <a:avLst/>
          </a:prstGeom>
          <a:solidFill>
            <a:srgbClr val="1E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4-6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SonarQube analyzes and reports quality metrics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560320" cy="914400"/>
          </a:xfrm>
          <a:prstGeom prst="rect">
            <a:avLst/>
          </a:prstGeom>
          <a:solidFill>
            <a:srgbClr val="1E3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7-9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Quality gate determines deployment decision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Setting Up SonarQube in Azure DevOps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1: Create Service Connection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Go to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Settings &gt; Service Connections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Click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New Service Connection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Select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Enter SonarQube Server URL and Token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Name it (e.g., "SonarQube-Connection")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393192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2: Install SonarQube Extension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Navigate to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Organization Settings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Go to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Extensions &gt; Browse Marketplace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Search for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"SonarQube"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Install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 extension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by SonarSource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3474720"/>
            <a:ext cx="393192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Setting Up SonarQube in Azure DevOps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3: Create SonarQube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Login to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Click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 Project &gt;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Enter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Key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Display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Generate 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Token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for Azure DevOps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Copy the token for pipeline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93192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4: Configure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Create or edit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azure-pipelines.yml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Add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SonarQubePrepare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Add your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Add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SonarQubeAnalyze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Add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SonarQubePublish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task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Save and run the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3657600"/>
            <a:ext cx="393192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Benefits &amp;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Benefits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Early bug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Consistent code 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Automated code reviews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Security vulnerability identification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Team alignment on standards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Best Practices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3776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Run analysis on every commit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Configure strict quality gates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Review SonarQube reports regularly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Fix issues incrementally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Integrate with pull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SonarQube Integration Pipeline</dc:title>
  <dc:subject>Automating Code Quality in CI/CD</dc:subject>
  <dc:creator>SonarQube Integration Guide</dc:creator>
  <cp:lastModifiedBy>SonarQube Integration Guide</cp:lastModifiedBy>
  <cp:revision>1</cp:revision>
  <dcterms:created xsi:type="dcterms:W3CDTF">2025-10-30T07:53:50Z</dcterms:created>
  <dcterms:modified xsi:type="dcterms:W3CDTF">2025-10-30T07:53:50Z</dcterms:modified>
</cp:coreProperties>
</file>